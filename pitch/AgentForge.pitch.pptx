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548640" cy="73152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AgentForge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Domain-grounded AI research agents.
Starting with insurance underwriting.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0CBD9"/>
                </a:solidFill>
                <a:latin typeface="Calibri"/>
              </a:rPr>
              <a:t>[Founder Name]   ·   [founder@email]   ·   Pre-seed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Underwriters spend the majority of their day on manual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36E1A"/>
                </a:solidFill>
                <a:latin typeface="Calibri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3703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of an underwriter's day is spent on research, not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011680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36E1A"/>
                </a:solidFill>
                <a:latin typeface="Calibri"/>
              </a:rPr>
              <a:t>4–8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971800"/>
            <a:ext cx="3703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to manually quote a complex commercial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36E1A"/>
                </a:solidFill>
                <a:latin typeface="Calibri"/>
              </a:rPr>
              <a:t>$95K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703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average loaded cost per junior underwriter, in a market that can't hire fast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Every quote requires the same chain of lookups: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ISO form language (CG 00 01, BP 00 03, CG 21 07 …) — pulled from PDFs and manuals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State DOI rules (admitted carriers, prompt-payment timelines, surplus lines) — 50 portals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NAIC company verification, group affiliation, market conduct history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Coverage gap analysis against the carrier's manuscript endorsements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WHY TODAY'S TOOLS FALL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Generic AI doesn't solve this — and underwriters won't trust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" cy="82296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ChatGPT / Claude (direct)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Hallucinates ISO form numbers and editions; can't cite primary sources; gets state-specific regulation wrong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54864" cy="82296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Perplexity / generic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Indexes the public web — misses Verisk ISO, NAIC CIS, state DOI portals; no auditable citations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Westlaw / IRMI / Vertafore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Reference libraries, not agents. Underwriter still does the synthesis manually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54864" cy="82296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Vertical AI incumbents (Harvey, Hebbia)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Skipped insurance — too fragmented, too regulated, smaller per-deal ACVs than legal/finance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A domain agent needs three things generic AI doesn't have.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703320" cy="3383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703320" cy="73152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1F37"/>
                </a:solidFill>
                <a:latin typeface="Calibri"/>
              </a:rPr>
              <a:t>Gated domain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337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Verisk ISO forms · NAIC CIS · 50 state DOI portals · NCCI · AM Best.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36E1A"/>
                </a:solidFill>
                <a:latin typeface="Calibri"/>
              </a:rPr>
              <a:t>Not the public web.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828800"/>
            <a:ext cx="3703320" cy="3383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3703320" cy="73152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1F37"/>
                </a:solidFill>
                <a:latin typeface="Calibri"/>
              </a:rPr>
              <a:t>Domain-tuned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3337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Knows when to flag for human review · refuses to render coverage opinions · cites form-and-edition.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6177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36E1A"/>
                </a:solidFill>
                <a:latin typeface="Calibri"/>
              </a:rPr>
              <a:t>Not a generic chatbot.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703320" cy="3383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703320" cy="73152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1F37"/>
                </a:solidFill>
                <a:latin typeface="Calibri"/>
              </a:rPr>
              <a:t>Structured, citable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88920"/>
            <a:ext cx="3337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Every claim ties to a verifiable source. JSON in, JSON out, audit trail by default.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6177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36E1A"/>
                </a:solidFill>
                <a:latin typeface="Calibri"/>
              </a:rPr>
              <a:t>Not prose.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WHAT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AgentForge is an AI research agent for insurance underwriting.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0D3B66"/>
                </a:solidFill>
                <a:latin typeface="Calibri"/>
              </a:rPr>
              <a:t>•  Citation-first.</a:t>
            </a:r>
            <a:r>
              <a:rPr sz="1700">
                <a:solidFill>
                  <a:srgbClr val="1F2937"/>
                </a:solidFill>
                <a:latin typeface="Calibri"/>
              </a:rPr>
              <a:t>  —  Every finding ties to a primary source — ISO form #, edition; DOI bulletin URL; NAIC MDL-NNN.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0D3B66"/>
                </a:solidFill>
                <a:latin typeface="Calibri"/>
              </a:rPr>
              <a:t>•  Refuses to overreach.</a:t>
            </a:r>
            <a:r>
              <a:rPr sz="1700">
                <a:solidFill>
                  <a:srgbClr val="1F2937"/>
                </a:solidFill>
                <a:latin typeface="Calibri"/>
              </a:rPr>
              <a:t>  —  Surfaces flags for human review on coverage determinations. No opinion-as-a-service.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0D3B66"/>
                </a:solidFill>
                <a:latin typeface="Calibri"/>
              </a:rPr>
              <a:t>•  Fast and cheap.</a:t>
            </a:r>
            <a:r>
              <a:rPr sz="1700">
                <a:solidFill>
                  <a:srgbClr val="1F2937"/>
                </a:solidFill>
                <a:latin typeface="Calibri"/>
              </a:rPr>
              <a:t>  —  Sub-90-second SLA. ~$0.50 per query at current model pricing.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0D3B66"/>
                </a:solidFill>
                <a:latin typeface="Calibri"/>
              </a:rPr>
              <a:t>•  Fits where underwriters work.</a:t>
            </a:r>
            <a:r>
              <a:rPr sz="1700">
                <a:solidFill>
                  <a:srgbClr val="1F2937"/>
                </a:solidFill>
                <a:latin typeface="Calibri"/>
              </a:rPr>
              <a:t>  —  REST API for AMS integrations · Slack / Teams for ad-hoc queries · webhook delivery for flow tools.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0D3B66"/>
                </a:solidFill>
                <a:latin typeface="Calibri"/>
              </a:rPr>
              <a:t>•  Built on a stable contract.</a:t>
            </a:r>
            <a:r>
              <a:rPr sz="1700">
                <a:solidFill>
                  <a:srgbClr val="1F2937"/>
                </a:solidFill>
                <a:latin typeface="Calibri"/>
              </a:rPr>
              <a:t>  —  One JSON schema across every query. Customers integrate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24028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240280" cy="73152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Underwriter asks a question via API, Slack, or AMS plugin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2052" y="2926080"/>
            <a:ext cx="9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36E1A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286000"/>
            <a:ext cx="224028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2286000"/>
            <a:ext cx="2240280" cy="73152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46888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Agent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2608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Custom HTTP loop — no LangChain. Calls domain tools, hard stops on cost/time/steps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3772" y="2926080"/>
            <a:ext cx="9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36E1A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286000"/>
            <a:ext cx="224028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2286000"/>
            <a:ext cx="2240280" cy="73152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46888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Domain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2608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Verisk ISO · NAIC CIS · State DOI · Policy parser · Web search · Vision (claim photos)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5492" y="2926080"/>
            <a:ext cx="9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36E1A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2286000"/>
            <a:ext cx="224028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286000"/>
            <a:ext cx="2240280" cy="73152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46888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92608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Strict-JSON pass — model can only cite tool results, no prior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7212" y="2926080"/>
            <a:ext cx="9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36E1A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286000"/>
            <a:ext cx="224028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2286000"/>
            <a:ext cx="2240280" cy="73152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46888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92608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Structured response — summary · findings · sources · flags ·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36E1A"/>
                </a:solidFill>
                <a:latin typeface="Calibri"/>
              </a:rPr>
              <a:t>The model can only cite what tools returned. No hallucinated form numbers.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•  Hard stops: 8 steps · $0.50/run · 90 seconds — every run finishes or fails predictably.</a:t>
            </a:r>
          </a:p>
          <a:p>
            <a:pPr algn="l"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•  Per-tenant Redis cache, Postgres-backed run history, OTel + Langfuse for tracing.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Demo: a real underwriting query.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1F37"/>
                </a:solidFill>
                <a:latin typeface="Calibri"/>
              </a:rPr>
              <a:t>Query: "Does a standard ISO CGL policy cover a data breach for a CA SaaS company with 50 employees?"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TOOL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onsolas"/>
              </a:rPr>
              <a:t>1.  ISO_forms_search → CG 00 01 04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onsolas"/>
              </a:rPr>
              <a:t>2.  ISO_forms_search → CG 21 07 (electronic data exclusion)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onsolas"/>
              </a:rPr>
              <a:t>3.  NAIC_lookup → MDL-672 (privacy)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onsolas"/>
              </a:rPr>
              <a:t>4.  state_DOI_query (CA) → cyber bulletins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onsolas"/>
              </a:rPr>
              <a:t>RUN: 4 tools · 38s · $0.31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5486400" cy="3657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5212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Summary: Standard CGL (CG 00 01) excludes electronic-data losses via CG 21 07; cyber liability requires a separate endorsement or standalone policy. CA does not mandate cyber coverage but has consumer-notice rules under Cal. Civ. Code 1798.82.
Findings: 4 · Sources: 4 · Flags: 1 · Confidence: 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5321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36E1A"/>
                </a:solidFill>
                <a:latin typeface="Calibri"/>
              </a:rPr>
              <a:t>⚑ Coverage determination requires underwriter review of carrier-specific endorsements.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Why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" cy="182880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Anthropic native tool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Tool calling went from a hack to a reliable primitive in 2024. Structured agent workflows finally work in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" cy="182880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Regulatory data is machine-accessible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NAIC CIS, state DOI portals, public IRS/SEC data — scrapable today. The data layer that didn't exist in 2020 exists 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4864" cy="182880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Insurance is under cycle-time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Post-2023 cat events, hardening market, talent shortage — every carrier is hunting for underwriter productivity.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4864" cy="182880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AI buyer maturity in regulated industries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1772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Legal proved enterprise-AI procurement works (Harvey, Hebbia). Insurance is 18 months behind — the wave is forming.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THE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Where we start.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2024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Underwriter at a specialty MGA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Job-to-be-done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Coverage analysis for commercial lines (CGL, BOP, Property, Cyber)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38328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Head of Underwriting / Chief Underwriting Officer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Company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11480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$50M – $500M premium; 8 – 15 underwriters; specialty/E&amp;S focus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Universe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84632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Calibri"/>
              </a:rPr>
              <a:t>~80 specialty MGAs in the US fit this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We win one MGA's underwriting team. Then we expand to adjusters, brokers, compliance — same data, different prompts.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BOTTOM-UP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Initial wedge (specialty MGAs, US):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80 specialty MGAs · ~12 underwriters each = ~960 seats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$500/seat/month → $5.8M ARR if fully penetrated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Realistic 3-year capture at 15% → $870K ARR from wedge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Adjacent expansion (same architecture, different prompts/data):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Carrier underwriting teams — ~3,000 US carriers, 50K+ underwriters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Claims adjusters — 350K licensed adjusters · same regulatory data, different queries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Brokers — 36K independent agencies · placement and gap analysis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Adjacent verticals: legal regulatory research, healthcare compliance, financial filings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Pricing &amp; unit economics.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93392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2024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$1,500 flat for a 30-day proof of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70632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Seat 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9748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$500 / underwriter / month, billed monthly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47872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$0.75 / query above 200/month/seat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25112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Cost per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5196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~$0.30 LLM + ~$0.05 data + ~$0.05 infra ≈ $0.40 — ~75% gross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02352"/>
            <a:ext cx="54864" cy="50292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Logo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2920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Calibri"/>
              </a:rPr>
              <a:t>5 paying MGAs · ~60 seats · ~$30K MRR by 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MOAT-BUILDING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What's defensible.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" cy="91440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Data partnerships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Verisk (ISO forms / ClaimSearch) — in negotiation. AM Best, NCCI on roadmap. Each partnership is months of legal — and a barrier the next entrant must cross.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Eval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Every customer query becomes labeled training data. After 12 months we have what no GPT-4-wrapper can replicate: the canonical insurance-research benchmark.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Integration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Slack/Teams → AMS360 → Applied Epic → quote-to-bind workflows. A 6-month displacement cost for the customer means a 6-month moat for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54864" cy="914400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1F37"/>
                </a:solidFill>
                <a:latin typeface="Calibri"/>
              </a:rPr>
              <a:t>Citation audit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Every claim → tool → primary source. Auditable for compliance, defensible in a regulatory exam. Generic AI cannot offer this.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Where we are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Built (verified working):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Custom agent runtime — Anthropic native tool use, hard stops on cost/time/steps, 12/12 tests passing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Insurance vertical scaffolded — system prompt + 5 tools + 30 golden eval queries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NAIC connector live — public CIS company search + 11-entry curated MDL-NNN model law index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Postgres run history + spend ledger + per-tenant cost caps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Next 90 days: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Wire 2 priority connectors (state DOI: CA, TX, FL, NY, IL · ISO via Cornell LII baseline)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Run eval against real Claude — target ≥80% on the 30 golden queries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Sign 3 specialty MGA design partners — 90-day free pilots, weekly feedback loops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Verisk partnership conversations — close on terms by 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6E1A"/>
                </a:solidFill>
                <a:latin typeface="Calibri"/>
              </a:rPr>
              <a:t>WHO'S BUILDING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61F37"/>
                </a:solidFill>
                <a:latin typeface="Calibri"/>
              </a:rPr>
              <a:t>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1F37"/>
                </a:solidFill>
                <a:latin typeface="Calibri"/>
              </a:rPr>
              <a:t>[Founder Name] — Founder, CEO/CTO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[Prior role and company — e.g. Senior MLE at $COMPANY, X years building ML systems]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[Domain credibility — e.g. previously built insurance research tooling at $COMPANY, or 5 years as an underwriter]</a:t>
            </a:r>
          </a:p>
          <a:p>
            <a:pPr algn="l">
              <a:spcBef>
                <a:spcPts val="8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[Technical proof — e.g. 06_job_agent (FastAPI agent system, deployed) · ai-saas-assistant (multi-tenant SaaS, $X MRR)]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F37"/>
                </a:solidFill>
                <a:latin typeface="Calibri"/>
              </a:rPr>
              <a:t>Advisors / planned hires: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[Insurance domain advisor — e.g. former Chief Underwriting Officer at $MGA]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[GTM advisor — someone who's sold to insurance before]</a:t>
            </a:r>
          </a:p>
          <a:p>
            <a:pPr algn="l"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•  First hire: founding engineer (post-pre-seed)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AgentForge · Pre-seed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36E1A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Raising $[750K] pre-seed.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Use of funds (12-month runway):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CF4"/>
                </a:solidFill>
                <a:latin typeface="Calibri"/>
              </a:rPr>
              <a:t>•  Founding engineer + part-time insurance domain expert — $400K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CF4"/>
                </a:solidFill>
                <a:latin typeface="Calibri"/>
              </a:rPr>
              <a:t>•  Verisk partnership + data licensing deposits — $150K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CF4"/>
                </a:solidFill>
                <a:latin typeface="Calibri"/>
              </a:rPr>
              <a:t>•  Cloud + LLM costs (eval + early customer runs) — $80K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CF4"/>
                </a:solidFill>
                <a:latin typeface="Calibri"/>
              </a:rPr>
              <a:t>•  GTM (conferences, design-partner pilots, light marketing) — $60K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CF4"/>
                </a:solidFill>
                <a:latin typeface="Calibri"/>
              </a:rPr>
              <a:t>•  Legal, ops, runway buffer — $60K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Milestones we'll hit with this capital: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5ECF4"/>
                </a:solidFill>
                <a:latin typeface="Calibri"/>
              </a:rPr>
              <a:t>•  5 paying MGA logos · ~$30K MRR · ≥80% eval accuracy · Verisk LOI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0" cy="64008"/>
          </a:xfrm>
          <a:prstGeom prst="rect">
            <a:avLst/>
          </a:prstGeom>
          <a:solidFill>
            <a:srgbClr val="E3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061F37"/>
                </a:solidFill>
                <a:latin typeface="Calibri"/>
              </a:rPr>
              <a:t>AgentForge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Calibri"/>
              </a:rPr>
              <a:t>Let's build the research layer that insurance has been waiting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Calibri"/>
              </a:rPr>
              <a:t>[founder@email]    ·    [linkedin.com/in/founder]    ·    [agentforge.example.com]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